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>
                <a:solidFill>
                  <a:srgbClr val="56DDB0"/>
                </a:solidFill>
                <a:latin typeface="Aptos"/>
              </a:defRPr>
            </a:pPr>
            <a:r>
              <a:t>SOKOBAN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916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Projet Java • ESIEA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PASS Java 2026–2027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Niveau standard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Jeu de réflexion en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95ADBF"/>
                </a:solidFill>
                <a:latin typeface="Aptos"/>
              </a:defRPr>
            </a:pPr>
            <a:r>
              <a:t>ESIEA  /  JAVA  /  NIVEAU STANDARD                                    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>
                <a:solidFill>
                  <a:srgbClr val="56DDB0"/>
                </a:solidFill>
                <a:latin typeface="Aptos"/>
              </a:defRPr>
            </a:pPr>
            <a:r>
              <a:t>01  /  Objectif du jeu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916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Placer toutes les caisses sur les objectifs.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Le joueur avance horizontalement ou verticalement.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Il peut pousser une caisse si la case derrière est libre.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Il ne peut ni tirer une caisse ni en pousser deux à la fois.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95ADBF"/>
                </a:solidFill>
                <a:latin typeface="Aptos"/>
              </a:defRPr>
            </a:pPr>
            <a:r>
              <a:t>ESIEA  /  JAVA  /  NIVEAU STANDARD    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>
                <a:solidFill>
                  <a:srgbClr val="56DDB0"/>
                </a:solidFill>
                <a:latin typeface="Aptos"/>
              </a:defRPr>
            </a:pPr>
            <a:r>
              <a:t>02  /  Périmètre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916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Affichage de la grille et gestion des murs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Déplacements du joueur et des caisses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Détection automatique de la victoire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Choix entre quatre niveaux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Validation des saisies et compteur de mouvements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Découpage en méthodes, tableaux et classe principale unique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95ADBF"/>
                </a:solidFill>
                <a:latin typeface="Aptos"/>
              </a:defRPr>
            </a:pPr>
            <a:r>
              <a:t>ESIEA  /  JAVA  /  NIVEAU STANDARD   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>
                <a:solidFill>
                  <a:srgbClr val="56DDB0"/>
                </a:solidFill>
                <a:latin typeface="Aptos"/>
              </a:defRPr>
            </a:pPr>
            <a:r>
              <a:t>03  /  Prendre en main le jeu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916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MENU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1. Nouvelle partie    2. Choisir un niveau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3. Afficher les règles    4. Quitter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COMMANDES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z : haut    s : bas    q : gauche    d : droite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x : abandonner et revenir au menu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95ADBF"/>
                </a:solidFill>
                <a:latin typeface="Aptos"/>
              </a:defRPr>
            </a:pPr>
            <a:r>
              <a:t>ESIEA  /  JAVA  /  NIVEAU STANDARD    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>
                <a:solidFill>
                  <a:srgbClr val="56DDB0"/>
                </a:solidFill>
                <a:latin typeface="Aptos"/>
              </a:defRPr>
            </a:pPr>
            <a:r>
              <a:t>04  /  Représenter une grille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916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char[][] grille : murs, joueur et caisses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boolean[][] objectifs : emplacement fixe des cibles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# mur     @ joueur     $ caisse     . objectif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* caisse sur objectif     + joueur sur objectif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Les objectifs restent mémorisés quand une case est libérée.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95ADBF"/>
                </a:solidFill>
                <a:latin typeface="Aptos"/>
              </a:defRPr>
            </a:pPr>
            <a:r>
              <a:t>ESIEA  /  JAVA  /  NIVEAU STANDARD    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>
                <a:solidFill>
                  <a:srgbClr val="56DDB0"/>
                </a:solidFill>
                <a:latin typeface="Aptos"/>
              </a:defRPr>
            </a:pPr>
            <a:r>
              <a:t>05  /  Valider un déplacement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916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1. Traduire la touche en direction.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2. Vérifier que la case suivante est dans la grille et sans mur.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3. En présence d’une caisse, vérifier la case derrière.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4. Déplacer la caisse, puis le joueur.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5. Incrémenter le compteur uniquement si le mouvement réussit.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Méthodes : deplacementValide, peutPousser,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deplacerCaisse et deplacerJoueur.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95ADBF"/>
                </a:solidFill>
                <a:latin typeface="Aptos"/>
              </a:defRPr>
            </a:pPr>
            <a:r>
              <a:t>ESIEA  /  JAVA  /  NIVEAU STANDARD     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>
                <a:solidFill>
                  <a:srgbClr val="56DDB0"/>
                </a:solidFill>
                <a:latin typeface="Aptos"/>
              </a:defRPr>
            </a:pPr>
            <a:r>
              <a:t>06  /  Niveaux et victoire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916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Quatre niveaux : Premiers pas, Deux caisses,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Le couloir et L’entrepôt.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chargerNiveau / chargerGrille : préparer les tableaux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et remettre le compteur à zéro.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verifierNiveau : contrôler joueur, caisses, objectifs et symboles.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partieTerminee : vérifier chaque caisse sur son objectif.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95ADBF"/>
                </a:solidFill>
                <a:latin typeface="Aptos"/>
              </a:defRPr>
            </a:pPr>
            <a:r>
              <a:t>ESIEA  /  JAVA  /  NIVEAU STANDARD                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>
                <a:solidFill>
                  <a:srgbClr val="56DDB0"/>
                </a:solidFill>
                <a:latin typeface="Aptos"/>
              </a:defRPr>
            </a:pPr>
            <a:r>
              <a:t>07  /  Démonstration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916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Consolas"/>
              </a:defRPr>
            </a:pPr>
            <a:r>
              <a:t>Niveau 1 : la caisse se trouve juste sous son objectif.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Consolas"/>
              </a:defRPr>
            </a:pP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Consolas"/>
              </a:defRPr>
            </a:pPr>
            <a:r>
              <a:t>AVANT          touche z          APRÈS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Consolas"/>
              </a:defRPr>
            </a:pPr>
            <a:r>
              <a:t>  .                               *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Consolas"/>
              </a:defRPr>
            </a:pPr>
            <a:r>
              <a:t>  $                               @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Consolas"/>
              </a:defRPr>
            </a:pPr>
            <a:r>
              <a:t>  @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Consolas"/>
              </a:defRPr>
            </a:pP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Consolas"/>
              </a:defRPr>
            </a:pPr>
            <a:r>
              <a:t>Victoire ! Nombre de mouvements :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95ADBF"/>
                </a:solidFill>
                <a:latin typeface="Aptos"/>
              </a:defRPr>
            </a:pPr>
            <a:r>
              <a:t>ESIEA  /  JAVA  /  NIVEAU STANDARD                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>
                <a:solidFill>
                  <a:srgbClr val="56DDB0"/>
                </a:solidFill>
                <a:latin typeface="Aptos"/>
              </a:defRPr>
            </a:pPr>
            <a:r>
              <a:t>08  /  Vérification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916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35 vérifications du moteur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Niveaux valides, déplacements, murs, poussées,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victoire, symboles et compteur.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9 scénarios console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Menus, saisies incorrectes, abandon, règles et fin d’entrée.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Commande : ./run-tests.sh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95ADBF"/>
                </a:solidFill>
                <a:latin typeface="Aptos"/>
              </a:defRPr>
            </a:pPr>
            <a:r>
              <a:t>ESIEA  /  JAVA  /  NIVEAU STANDARD                                    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>
                <a:solidFill>
                  <a:srgbClr val="56DDB0"/>
                </a:solidFill>
                <a:latin typeface="Aptos"/>
              </a:defRPr>
            </a:pPr>
            <a:r>
              <a:t>09  /  Compiler et lancer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916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Java 11 ou plus récent • Aucune bibliothèque externe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javac -d out src/Sokoban.java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java -cp out Sokoban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Une classe principale, des tableaux et des méthodes.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Le jeu couvre les exigences du niveau standard</a:t>
            </a:r>
          </a:p>
          <a:p>
            <a:pPr>
              <a:spcAft>
                <a:spcPts val="1000"/>
              </a:spcAft>
              <a:defRPr sz="2400">
                <a:solidFill>
                  <a:srgbClr val="F0F4FA"/>
                </a:solidFill>
                <a:latin typeface="Aptos"/>
              </a:defRPr>
            </a:pPr>
            <a:r>
              <a:t>de la section 12 du sujet.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95ADBF"/>
                </a:solidFill>
                <a:latin typeface="Aptos"/>
              </a:defRPr>
            </a:pPr>
            <a:r>
              <a:t>ESIEA  /  JAVA  /  NIVEAU STANDARD                                      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Sokoban — Niveau standard</dc:title>
  <dc:subject>Projet Java ESIEA • PASS Java 2026-2027</dc:subject>
  <dc:creator>kudasai</dc:creator>
  <cp:keywords/>
  <dc:description/>
  <cp:lastModifiedBy>kudasai</cp:lastModifiedBy>
  <cp:revision>1</cp:revision>
  <dcterms:created xsi:type="dcterms:W3CDTF">2013-01-27T09:14:16Z</dcterms:created>
  <dcterms:modified xsi:type="dcterms:W3CDTF">2013-01-27T09:15:58Z</dcterms:modified>
  <cp:category/>
</cp:coreProperties>
</file>